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411480" cy="411480"/>
          </a:xfrm>
          <a:prstGeom prst="ellipse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4440" y="73152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put NYC billboards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zones ranked by premium rider spend — yellow taxi + rideshare, Nov 2022.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21.3M+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731520" y="4983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analyzed across NYC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taxi + rideshare · November 2022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6263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high-fare zones = premium ad attention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fares = longer dwell.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Premium pickups (airports, business corridors) involve 5–10 min curbside waits — eye-on-billboard seconds compound across millions of rides.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fares index to higher discretionary spend.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Riders paying $60+ skew business-traveler / decision-maker — the demographic advertisers pay a premium to reach.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gating keeps spend honest.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Filtering to zones with ≥1,000 trips ensures each impression dollar buys a defensible audience size, not a statistical fluke.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4937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0" y="1188720"/>
            <a:ext cx="109728" cy="1508760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325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21.3M+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04088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816352"/>
            <a:ext cx="4937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2816352"/>
            <a:ext cx="109728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9535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327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040880" y="3822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zones met the 1,000-trip floor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4443984"/>
            <a:ext cx="4937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4443984"/>
            <a:ext cx="10972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58114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7040880" y="54498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compared (yellow taxi vs HVFHV rideshare)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avg passenger spend per trip, November 2022, only pickup zones with ≥1,000 trips.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zones by average fare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561320" y="457200"/>
            <a:ext cx="320040" cy="320040"/>
          </a:xfrm>
          <a:prstGeom prst="ellipse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 Taxi</a:t>
            </a:r>
            <a:endParaRPr lang="en-US" sz="1600" dirty="0"/>
          </a:p>
        </p:txBody>
      </p:sp>
      <p:pic>
        <p:nvPicPr>
          <p:cNvPr id="6" name="Image 0" descr="/Users/linkedin/Code/data/notebooks/output/taxi_top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25880"/>
            <a:ext cx="585216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Rideshare (HVFHV)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371600"/>
            <a:ext cx="73152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8660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Airport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126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0" y="13716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$74.95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1865376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865376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8653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86600" y="18653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LaGuardia Airport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12680" y="1865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$62.00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2359152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2359152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2359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86600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Randalls Island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12680" y="23591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0" y="23591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$48.70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2852928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2852928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2852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08660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Sq/Theatre District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012680" y="28529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972800" y="28529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$44.20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0" y="3346704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0" y="3346704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3346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086600" y="33467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Trade Center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012680" y="33467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972800" y="33467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$43.33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00800" y="384048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0" y="3840480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37960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08660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District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00126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972800" y="3840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$42.65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400800" y="4334256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0" y="4334256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37960" y="43342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086600" y="4334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District South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10012680" y="43342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0972800" y="43342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$42.33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400800" y="4828032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00800" y="4828032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37960" y="4828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86600" y="4828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Center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10012680" y="4828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10972800" y="48280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$41.76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400800" y="5321808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400800" y="5321808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537960" y="5321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086600" y="5321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North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0012680" y="5321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0972800" y="5321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$40.81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6400800" y="5815584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400800" y="5815584"/>
            <a:ext cx="73152" cy="457200"/>
          </a:xfrm>
          <a:prstGeom prst="rect">
            <a:avLst/>
          </a:prstGeom>
          <a:solidFill>
            <a:srgbClr val="2C3F88"/>
          </a:solidFill>
          <a:ln w="12700">
            <a:solidFill>
              <a:srgbClr val="2C3F8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537960" y="5815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086600" y="5815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District North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10012680" y="5815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10972800" y="58155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$40.37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zones appear on both top-10 lists — see next slide.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2608" cy="292608"/>
          </a:xfrm>
          <a:prstGeom prst="ellipse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Bets that win on both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in the top-10 for both yellow taxi AND rideshare carry the highest-confidence ad spend.</a:t>
            </a:r>
            <a:endParaRPr lang="en-US" sz="1300" dirty="0"/>
          </a:p>
        </p:txBody>
      </p:sp>
      <p:pic>
        <p:nvPicPr>
          <p:cNvPr id="5" name="Image 0" descr="/Users/linkedin/Code/data/notebooks/output/overlap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21792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371600"/>
            <a:ext cx="4572000" cy="2400300"/>
          </a:xfrm>
          <a:prstGeom prst="rect">
            <a:avLst/>
          </a:prstGeom>
          <a:solidFill>
            <a:srgbClr val="2C3F88"/>
          </a:solidFill>
          <a:ln w="19050">
            <a:solidFill>
              <a:srgbClr val="FFD2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JFK Airport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· taxi $61.19 · rideshare $74.95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32232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Blended avg $68.07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32320" y="4000500"/>
            <a:ext cx="4572000" cy="2400300"/>
          </a:xfrm>
          <a:prstGeom prst="rect">
            <a:avLst/>
          </a:prstGeom>
          <a:solidFill>
            <a:srgbClr val="2C3F88"/>
          </a:solidFill>
          <a:ln w="19050">
            <a:solidFill>
              <a:srgbClr val="FFD2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41833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LaGuardia Airport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0" y="47777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· taxi $46.46 · rideshare $62.00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5852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Blended avg $54.23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places to buy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blended average fare across yellow taxi and rideshare, Nov 2022.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79476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9476" y="1691640"/>
            <a:ext cx="3657600" cy="164592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21031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679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2356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JFK Airport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356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$68.07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2356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Airport: premium international + business arrivals, longest dwell of any zone.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65676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5676" y="1691640"/>
            <a:ext cx="36576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299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48556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Baisley Park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48556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48556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$64.35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448556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4276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on taxi-only with avg fare $64 — premium rider mix in Queens.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1876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1876" y="1691640"/>
            <a:ext cx="3657600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9196" y="21031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919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334756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LaGuardia Airport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34756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4756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$54.23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334756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0476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LaGuardia: high-value business travelers, captive dwell at curbside taxi line.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sample_data.nyc.taxi &amp; sample_data.nyc.rideshare via MotherDuck, Nov 2022.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Billboard Placement Pitch</dc:title>
  <dc:subject>PptxGenJS Presentation</dc:subject>
  <dc:creator>Data Insights</dc:creator>
  <cp:lastModifiedBy>Data Insights</cp:lastModifiedBy>
  <cp:revision>1</cp:revision>
  <dcterms:created xsi:type="dcterms:W3CDTF">2026-05-12T22:28:09Z</dcterms:created>
  <dcterms:modified xsi:type="dcterms:W3CDTF">2026-05-12T22:28:09Z</dcterms:modified>
</cp:coreProperties>
</file>